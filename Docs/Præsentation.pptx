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65034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9321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06270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0075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4804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634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36839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49037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845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3227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57089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5334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0248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8461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25290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49645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8289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252AF28-720C-4DC4-B57F-4A1283CA6C3D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F76BC-D136-4E00-8363-D06F1BE510F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405940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52DC8-8062-7B2F-246B-AB34A00796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File Downloader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66C38AD4-03DE-6709-C6A3-78EAD99637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279388"/>
          </a:xfrm>
        </p:spPr>
        <p:txBody>
          <a:bodyPr>
            <a:normAutofit/>
          </a:bodyPr>
          <a:lstStyle/>
          <a:p>
            <a:r>
              <a:rPr lang="da-DK" dirty="0"/>
              <a:t>By André Steenhoff Madsen</a:t>
            </a:r>
          </a:p>
          <a:p>
            <a:r>
              <a:rPr lang="da-DK" dirty="0" err="1"/>
              <a:t>Assisted</a:t>
            </a:r>
            <a:r>
              <a:rPr lang="da-DK" dirty="0"/>
              <a:t> by </a:t>
            </a:r>
            <a:r>
              <a:rPr lang="da-DK" dirty="0" err="1"/>
              <a:t>ChatGpt</a:t>
            </a:r>
            <a:endParaRPr lang="da-DK" dirty="0"/>
          </a:p>
          <a:p>
            <a:r>
              <a:rPr lang="da-DK" dirty="0" err="1"/>
              <a:t>Reviewed</a:t>
            </a:r>
            <a:r>
              <a:rPr lang="da-DK" dirty="0"/>
              <a:t> by Simon </a:t>
            </a:r>
            <a:r>
              <a:rPr lang="da-DK" dirty="0" err="1"/>
              <a:t>Baunsgård</a:t>
            </a:r>
            <a:r>
              <a:rPr lang="da-DK" dirty="0"/>
              <a:t> Ertner</a:t>
            </a:r>
          </a:p>
        </p:txBody>
      </p:sp>
    </p:spTree>
    <p:extLst>
      <p:ext uri="{BB962C8B-B14F-4D97-AF65-F5344CB8AC3E}">
        <p14:creationId xmlns:p14="http://schemas.microsoft.com/office/powerpoint/2010/main" val="345651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003247-FC0E-5B15-3FC0-35B1B47F4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Agenda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1E46D93-B8E6-4F98-F57C-F79BDA3AC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Code</a:t>
            </a:r>
          </a:p>
          <a:p>
            <a:pPr lvl="1"/>
            <a:r>
              <a:rPr lang="da-DK" dirty="0" err="1"/>
              <a:t>Execution</a:t>
            </a:r>
            <a:endParaRPr lang="da-DK" dirty="0"/>
          </a:p>
          <a:p>
            <a:pPr lvl="1"/>
            <a:r>
              <a:rPr lang="da-DK" dirty="0" err="1"/>
              <a:t>Sequence</a:t>
            </a:r>
            <a:endParaRPr lang="da-DK" dirty="0"/>
          </a:p>
          <a:p>
            <a:r>
              <a:rPr lang="da-DK" dirty="0" err="1"/>
              <a:t>Settings</a:t>
            </a:r>
            <a:endParaRPr lang="da-DK" dirty="0"/>
          </a:p>
          <a:p>
            <a:pPr lvl="1"/>
            <a:r>
              <a:rPr lang="da-DK" dirty="0"/>
              <a:t>File</a:t>
            </a:r>
          </a:p>
          <a:p>
            <a:pPr lvl="1"/>
            <a:r>
              <a:rPr lang="da-DK" dirty="0" err="1"/>
              <a:t>Validation</a:t>
            </a:r>
            <a:endParaRPr lang="da-DK" dirty="0"/>
          </a:p>
          <a:p>
            <a:r>
              <a:rPr lang="da-DK" dirty="0"/>
              <a:t>Feedback</a:t>
            </a:r>
          </a:p>
          <a:p>
            <a:r>
              <a:rPr lang="da-DK" dirty="0"/>
              <a:t>Tests</a:t>
            </a:r>
          </a:p>
          <a:p>
            <a:r>
              <a:rPr lang="da-DK" dirty="0"/>
              <a:t>Reports</a:t>
            </a:r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2904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lede 4">
            <a:extLst>
              <a:ext uri="{FF2B5EF4-FFF2-40B4-BE49-F238E27FC236}">
                <a16:creationId xmlns:a16="http://schemas.microsoft.com/office/drawing/2014/main" id="{C66163A1-B316-4DA4-55A9-9B27401455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D489E29-742E-4D34-AB08-CE3217805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6053153" y="1320127"/>
            <a:ext cx="4812846" cy="419548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5ACA2E0-AB32-7BCC-4A0D-77688AE7C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887" y="1641860"/>
            <a:ext cx="4204298" cy="1034728"/>
          </a:xfrm>
        </p:spPr>
        <p:txBody>
          <a:bodyPr>
            <a:normAutofit/>
          </a:bodyPr>
          <a:lstStyle/>
          <a:p>
            <a:r>
              <a:rPr lang="da-DK" sz="2800"/>
              <a:t>Executor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BFB3009-E39E-4B46-F216-68262196E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886" y="2809812"/>
            <a:ext cx="4169380" cy="2384064"/>
          </a:xfrm>
        </p:spPr>
        <p:txBody>
          <a:bodyPr>
            <a:normAutofit/>
          </a:bodyPr>
          <a:lstStyle/>
          <a:p>
            <a:r>
              <a:rPr lang="da-DK" sz="1800" dirty="0"/>
              <a:t>Console Application</a:t>
            </a:r>
          </a:p>
          <a:p>
            <a:r>
              <a:rPr lang="da-DK" sz="1800" dirty="0"/>
              <a:t>Open folders</a:t>
            </a:r>
          </a:p>
          <a:p>
            <a:r>
              <a:rPr lang="da-DK" sz="1800" dirty="0" err="1"/>
              <a:t>Execute</a:t>
            </a:r>
            <a:r>
              <a:rPr lang="da-DK" sz="1800" dirty="0"/>
              <a:t> Downloads</a:t>
            </a:r>
          </a:p>
        </p:txBody>
      </p:sp>
    </p:spTree>
    <p:extLst>
      <p:ext uri="{BB962C8B-B14F-4D97-AF65-F5344CB8AC3E}">
        <p14:creationId xmlns:p14="http://schemas.microsoft.com/office/powerpoint/2010/main" val="2297425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607B84-43F8-A81B-A49E-4222E5E9C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3322912" cy="1641987"/>
          </a:xfrm>
        </p:spPr>
        <p:txBody>
          <a:bodyPr>
            <a:normAutofit/>
          </a:bodyPr>
          <a:lstStyle/>
          <a:p>
            <a:r>
              <a:rPr lang="da-DK"/>
              <a:t>Sequence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35F06C15-8669-1E17-8189-5D2E82DB9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771"/>
          <a:stretch>
            <a:fillRect/>
          </a:stretch>
        </p:blipFill>
        <p:spPr>
          <a:xfrm>
            <a:off x="4419106" y="582742"/>
            <a:ext cx="7433202" cy="605282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2" name="Rectangle 23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EBCA4BD-78F3-99AB-753C-4A48CD962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1668379"/>
            <a:ext cx="3324141" cy="3809998"/>
          </a:xfrm>
        </p:spPr>
        <p:txBody>
          <a:bodyPr>
            <a:normAutofit/>
          </a:bodyPr>
          <a:lstStyle/>
          <a:p>
            <a:r>
              <a:rPr lang="en-US" dirty="0"/>
              <a:t>Orchestrator Service</a:t>
            </a:r>
          </a:p>
          <a:p>
            <a:r>
              <a:rPr lang="en-US" dirty="0"/>
              <a:t>Report Service</a:t>
            </a:r>
          </a:p>
          <a:p>
            <a:r>
              <a:rPr lang="en-US" dirty="0"/>
              <a:t>Download Service</a:t>
            </a:r>
          </a:p>
          <a:p>
            <a:r>
              <a:rPr lang="en-US" dirty="0"/>
              <a:t>Http File Downloader Service</a:t>
            </a:r>
          </a:p>
          <a:p>
            <a:r>
              <a:rPr lang="en-US" dirty="0"/>
              <a:t>File Service</a:t>
            </a:r>
          </a:p>
          <a:p>
            <a:r>
              <a:rPr lang="en-US" dirty="0"/>
              <a:t>Input Reader Service</a:t>
            </a:r>
          </a:p>
        </p:txBody>
      </p:sp>
      <p:pic>
        <p:nvPicPr>
          <p:cNvPr id="14" name="Billede 13">
            <a:extLst>
              <a:ext uri="{FF2B5EF4-FFF2-40B4-BE49-F238E27FC236}">
                <a16:creationId xmlns:a16="http://schemas.microsoft.com/office/drawing/2014/main" id="{BC20C237-0229-DD1B-E48B-AA2BA71BC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948" y="4745340"/>
            <a:ext cx="2405459" cy="16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315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D27CF008-4B18-436D-B2D5-C1346C124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22DAD8-5F67-4B73-ADA9-06EF381F7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58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53695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29AF1518-F188-326B-A188-E40FFE583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73796" y="275916"/>
            <a:ext cx="11644407" cy="3405989"/>
          </a:xfrm>
          <a:prstGeom prst="rect">
            <a:avLst/>
          </a:prstGeom>
          <a:effectLst/>
        </p:spPr>
      </p:pic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12192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1ED750D-B0C7-555E-59D7-0BE5C914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916" y="4854346"/>
            <a:ext cx="9149350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Settings File</a:t>
            </a:r>
          </a:p>
        </p:txBody>
      </p:sp>
    </p:spTree>
    <p:extLst>
      <p:ext uri="{BB962C8B-B14F-4D97-AF65-F5344CB8AC3E}">
        <p14:creationId xmlns:p14="http://schemas.microsoft.com/office/powerpoint/2010/main" val="3988569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AFFB6F-D836-FA99-7371-9F7D63F6D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Feedback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9E36551-0E91-A28A-972B-D8DCA48D5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Validation</a:t>
            </a:r>
            <a:r>
              <a:rPr lang="da-DK" dirty="0"/>
              <a:t> Code Location</a:t>
            </a:r>
          </a:p>
          <a:p>
            <a:pPr lvl="1"/>
            <a:r>
              <a:rPr lang="da-DK" dirty="0"/>
              <a:t>Single </a:t>
            </a:r>
            <a:r>
              <a:rPr lang="da-DK" dirty="0" err="1"/>
              <a:t>Responsibility</a:t>
            </a:r>
            <a:r>
              <a:rPr lang="da-DK" dirty="0"/>
              <a:t> </a:t>
            </a:r>
            <a:r>
              <a:rPr lang="da-DK" dirty="0" err="1"/>
              <a:t>Principle</a:t>
            </a:r>
            <a:endParaRPr lang="da-DK" dirty="0"/>
          </a:p>
          <a:p>
            <a:r>
              <a:rPr lang="da-DK" dirty="0" err="1"/>
              <a:t>Naming</a:t>
            </a:r>
            <a:endParaRPr lang="da-DK" dirty="0"/>
          </a:p>
          <a:p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FC9ADF42-8500-AE69-D23C-464D80FFE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139" y="1655394"/>
            <a:ext cx="40957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810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1E06114-1A76-259D-E675-24A53D1C0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829" y="1209004"/>
            <a:ext cx="4397828" cy="93160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Tests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8282CE-5F7F-3FC2-F30F-9C5215783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3829" y="2105281"/>
            <a:ext cx="4397828" cy="14244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cap="all" dirty="0">
                <a:solidFill>
                  <a:schemeClr val="bg2">
                    <a:lumMod val="40000"/>
                    <a:lumOff val="60000"/>
                  </a:schemeClr>
                </a:solidFill>
              </a:rPr>
              <a:t>GitHub Action</a:t>
            </a:r>
          </a:p>
          <a:p>
            <a:r>
              <a:rPr lang="en-US" cap="all" dirty="0">
                <a:solidFill>
                  <a:schemeClr val="bg2">
                    <a:lumMod val="40000"/>
                    <a:lumOff val="60000"/>
                  </a:schemeClr>
                </a:solidFill>
              </a:rPr>
              <a:t>Coverage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7CC53045-76E8-3E89-4707-FA58662C41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346" y="866924"/>
            <a:ext cx="4968773" cy="4050846"/>
          </a:xfrm>
          <a:prstGeom prst="rect">
            <a:avLst/>
          </a:prstGeom>
          <a:effectLst/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BF056F99-C281-A293-232A-42C4378549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8707" y="5451170"/>
            <a:ext cx="9419685" cy="62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53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D0BED6-2034-0E27-36C9-A85430F45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da-DK"/>
              <a:t>Report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7D1A604B-63C0-2A4B-F4F8-E9124C9C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50" y="1491913"/>
            <a:ext cx="6212227" cy="47368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D0E28183-BE01-7AE9-86B9-AA34EE6C1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729" y="2052214"/>
            <a:ext cx="4415293" cy="4196185"/>
          </a:xfrm>
        </p:spPr>
        <p:txBody>
          <a:bodyPr>
            <a:normAutofit/>
          </a:bodyPr>
          <a:lstStyle/>
          <a:p>
            <a:r>
              <a:rPr lang="da-DK"/>
              <a:t>Markdown</a:t>
            </a:r>
          </a:p>
          <a:p>
            <a:r>
              <a:rPr lang="da-DK"/>
              <a:t>Online Displayability</a:t>
            </a:r>
          </a:p>
        </p:txBody>
      </p:sp>
    </p:spTree>
    <p:extLst>
      <p:ext uri="{BB962C8B-B14F-4D97-AF65-F5344CB8AC3E}">
        <p14:creationId xmlns:p14="http://schemas.microsoft.com/office/powerpoint/2010/main" val="1000851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EE9B30-1FD3-BFB6-AB61-3ED7C77B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AC782E-1C60-CBB7-BAFD-FACC00B8F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da-DK"/>
              <a:t>Report</a:t>
            </a:r>
            <a:endParaRPr lang="da-DK" dirty="0"/>
          </a:p>
        </p:txBody>
      </p:sp>
      <p:sp>
        <p:nvSpPr>
          <p:cNvPr id="11" name="Pladsholder til indhold 2">
            <a:extLst>
              <a:ext uri="{FF2B5EF4-FFF2-40B4-BE49-F238E27FC236}">
                <a16:creationId xmlns:a16="http://schemas.microsoft.com/office/drawing/2014/main" id="{9B3B8D16-7681-CAEC-E088-FF074869E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1853249"/>
            <a:ext cx="4415293" cy="4196185"/>
          </a:xfrm>
        </p:spPr>
        <p:txBody>
          <a:bodyPr>
            <a:normAutofit/>
          </a:bodyPr>
          <a:lstStyle/>
          <a:p>
            <a:r>
              <a:rPr lang="da-DK" dirty="0"/>
              <a:t>Monster Excel File</a:t>
            </a:r>
          </a:p>
          <a:p>
            <a:r>
              <a:rPr lang="da-DK" dirty="0" err="1"/>
              <a:t>Error</a:t>
            </a:r>
            <a:r>
              <a:rPr lang="da-DK" dirty="0"/>
              <a:t> Counts – By </a:t>
            </a:r>
            <a:r>
              <a:rPr lang="da-DK" dirty="0" err="1"/>
              <a:t>ChatGpt</a:t>
            </a:r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CDEE2A0D-5C06-6E95-528E-1C7F97E99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79" y="1275397"/>
            <a:ext cx="4524375" cy="5334000"/>
          </a:xfrm>
          <a:prstGeom prst="rect">
            <a:avLst/>
          </a:prstGeom>
        </p:spPr>
      </p:pic>
      <p:pic>
        <p:nvPicPr>
          <p:cNvPr id="8" name="Billede 7">
            <a:extLst>
              <a:ext uri="{FF2B5EF4-FFF2-40B4-BE49-F238E27FC236}">
                <a16:creationId xmlns:a16="http://schemas.microsoft.com/office/drawing/2014/main" id="{EAAB36B0-9EDB-3C9A-28BA-17AF9C8AC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46" y="2808922"/>
            <a:ext cx="507682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397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74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File Downloader</vt:lpstr>
      <vt:lpstr>Agenda</vt:lpstr>
      <vt:lpstr>Executor</vt:lpstr>
      <vt:lpstr>Sequence</vt:lpstr>
      <vt:lpstr>Settings File</vt:lpstr>
      <vt:lpstr>Feedback</vt:lpstr>
      <vt:lpstr>Tests</vt:lpstr>
      <vt:lpstr>Report</vt:lpstr>
      <vt:lpstr>Report</vt:lpstr>
    </vt:vector>
  </TitlesOfParts>
  <Company>Specialisterne DK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Steenhoff Madsen</dc:creator>
  <cp:lastModifiedBy>André Steenhoff Madsen</cp:lastModifiedBy>
  <cp:revision>3</cp:revision>
  <dcterms:created xsi:type="dcterms:W3CDTF">2026-03-05T12:38:54Z</dcterms:created>
  <dcterms:modified xsi:type="dcterms:W3CDTF">2026-03-05T14:06:28Z</dcterms:modified>
</cp:coreProperties>
</file>